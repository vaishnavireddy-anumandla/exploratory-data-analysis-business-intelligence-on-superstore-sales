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Data Analysis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Name:</a:t>
            </a:r>
            <a:r>
              <a:rPr lang="en-US" dirty="0"/>
              <a:t> </a:t>
            </a:r>
            <a:r>
              <a:rPr lang="en-US" dirty="0" err="1"/>
              <a:t>Anumandla</a:t>
            </a:r>
            <a:r>
              <a:rPr lang="en-US" dirty="0"/>
              <a:t> </a:t>
            </a:r>
            <a:r>
              <a:rPr lang="en-US" dirty="0" err="1"/>
              <a:t>Vaishnavi</a:t>
            </a:r>
            <a:r>
              <a:rPr lang="en-US" dirty="0"/>
              <a:t> </a:t>
            </a:r>
            <a:endParaRPr lang="en-IN" dirty="0"/>
          </a:p>
          <a:p>
            <a:r>
              <a:rPr lang="en-IN" dirty="0"/>
              <a:t>Date: March 2026</a:t>
            </a:r>
          </a:p>
          <a:p>
            <a:r>
              <a:rPr lang="en-IN" dirty="0"/>
              <a:t>Task: Exploratory Data Analysis &amp; Business Intelligence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On-screen Show (4:3)</PresentationFormat>
  <Paragraphs>30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Sales Data Analysis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Dashboard</dc:title>
  <dc:subject/>
  <dc:creator/>
  <cp:keywords/>
  <dc:description>generated using python-pptx</dc:description>
  <cp:lastModifiedBy>23RH1A0587 III - CSE</cp:lastModifiedBy>
  <cp:revision>2</cp:revision>
  <dcterms:created xsi:type="dcterms:W3CDTF">2013-01-27T09:14:16Z</dcterms:created>
  <dcterms:modified xsi:type="dcterms:W3CDTF">2026-03-16T06:54:50Z</dcterms:modified>
  <cp:category/>
</cp:coreProperties>
</file>